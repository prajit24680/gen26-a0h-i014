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85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>
                <a:solidFill>
                  <a:schemeClr val="accent6"/>
                </a:solidFill>
              </a:rPr>
              <a:t>Genesis Ideathon – Pre-Ideathon Template</a:t>
            </a:r>
            <a:endParaRPr lang="en-US" sz="105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chemeClr val="accent3"/>
                </a:solidFill>
              </a:rPr>
              <a:t>PRE-IDEATHON TEMPLATE</a:t>
            </a:r>
            <a:endParaRPr lang="en-US" sz="120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chemeClr val="bg1"/>
                </a:solidFill>
              </a:rPr>
              <a:t>TEAM &amp; DOMAIN</a:t>
            </a:r>
            <a:endParaRPr lang="en-US" sz="130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chemeClr val="accent6"/>
                </a:solidFill>
              </a:rPr>
              <a:t>Introduce your team and the domain you have chosen</a:t>
            </a:r>
            <a:endParaRPr lang="en-US" sz="1600"/>
          </a:p>
        </p:txBody>
      </p:sp>
      <p:sp>
        <p:nvSpPr>
          <p:cNvPr id="15" name="Cover Fields"/>
          <p:cNvSpPr txBox="1"/>
          <p:nvPr/>
        </p:nvSpPr>
        <p:spPr>
          <a:xfrm>
            <a:off x="194871" y="3679682"/>
            <a:ext cx="6960309" cy="3094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Team Name – Data Alchemists			</a:t>
            </a:r>
            <a:endParaRPr lang="en-US" sz="180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Team Members – </a:t>
            </a:r>
            <a:r>
              <a:rPr lang="en-US">
                <a:solidFill>
                  <a:schemeClr val="bg1"/>
                </a:solidFill>
              </a:rPr>
              <a:t>Prajit Anand [CB.PS.I5MAT26011] , Mohit Vaswani [CB.PS.I5MAT26010] , Tanishq Borah [CB.PS.I5MAT26019] , Sriram S [CB.PS.I5MAT26017] .</a:t>
            </a:r>
            <a:endParaRPr lang="en-US" sz="180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Selected Domain – #2</a:t>
            </a:r>
            <a:endParaRPr lang="en-US" sz="180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Tx/>
              <a:buChar char="•"/>
            </a:pPr>
            <a:r>
              <a:rPr lang="en-US" sz="1800">
                <a:solidFill>
                  <a:schemeClr val="bg1"/>
                </a:solidFill>
              </a:rPr>
              <a:t>Problem Statement – </a:t>
            </a:r>
            <a:r>
              <a:rPr lang="en-US">
                <a:solidFill>
                  <a:schemeClr val="bg1"/>
                </a:solidFill>
              </a:rPr>
              <a:t>An AI-powered campus system that predicts cascading impacts and recommends smarter decisions across interconnected university operations .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</a:t>
            </a:r>
            <a:endParaRPr lang="en-US" sz="900" dirty="0"/>
          </a:p>
        </p:txBody>
      </p:sp>
      <p:sp>
        <p:nvSpPr>
          <p:cNvPr id="10" name="Prompts"/>
          <p:cNvSpPr txBox="1"/>
          <p:nvPr/>
        </p:nvSpPr>
        <p:spPr>
          <a:xfrm>
            <a:off x="736092" y="1350767"/>
            <a:ext cx="10733665" cy="2477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50" b="1"/>
              <a:t>What exactly needs to be solved ? </a:t>
            </a:r>
            <a:br>
              <a:rPr lang="en-US" sz="1550" b="1"/>
            </a:br>
            <a:endParaRPr lang="en-US" sz="1550" b="1">
              <a:ea typeface="Calibri"/>
              <a:cs typeface="Calibri"/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550"/>
              <a:t>A university campus is made up of many interconnected systems — classrooms, hostels , transportation , parking , electricity , water , food services , and student movement . Although these systems are closely related , they are often managed separately . As a result , a decision made in one part of the campus can create unexpected problems elsewhere . For example , shifting a class to another building may seem like a simple timetable change , but it can increase crowding , elevator usage , energy consumption , cafeteria demand , and transportation pressure at the same time . Currently , it is difficult for campus administrators to understand these connections and predict such consequences before making a decision . Our project aims to address this gap by creating a predictive campus decision system that can understand how different campus activities are connected, simulate the possible outcomes of a decision, identify its wider effects , and recommend a better course of action . </a:t>
            </a:r>
            <a:endParaRPr lang="en-US" sz="155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b="1"/>
              <a:t>Why is it important right now ? </a:t>
            </a:r>
            <a:endParaRPr lang="en-US" sz="1550" b="1">
              <a:ea typeface="Calibri"/>
              <a:cs typeface="Calibri"/>
            </a:endParaRPr>
          </a:p>
          <a:p>
            <a:endParaRPr lang="en-US" sz="1550">
              <a:ea typeface="Calibri"/>
              <a:cs typeface="Calibri"/>
            </a:endParaRPr>
          </a:p>
          <a:p>
            <a:r>
              <a:rPr lang="en-IN" sz="1550"/>
              <a:t>Universities are becoming larger and more complex , with increasing numbers of students , facilities , events , and resource demands . At the same time , campuses need to reduce energy and water wastage , congestion , operational costs , and inefficient use of infrastructure . With the availability of AI , real-time data , IoT , and predictive analytics , universities now have the opportunity to move beyond simply monitoring problems and start predicting their impact before they occur .</a:t>
            </a:r>
            <a:endParaRPr lang="en-IN" sz="1550">
              <a:ea typeface="Calibri"/>
              <a:cs typeface="Calibri"/>
            </a:endParaRPr>
          </a:p>
          <a:p>
            <a:r>
              <a:rPr lang="en-IN" sz="1550"/>
              <a:t>Our system can help campuses make faster , smarter , and more sustainable decisions by understanding how a change in one area can affect the entire campus .</a:t>
            </a:r>
            <a:endParaRPr lang="en-IN" sz="1550">
              <a:ea typeface="Calibri"/>
              <a:cs typeface="Calibri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550">
              <a:ea typeface="Calibri"/>
              <a:cs typeface="Calibri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 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905967" y="2179015"/>
            <a:ext cx="10353040" cy="302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Primary users / target group :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University administrators , campus operations managers and planning teams who need to predict the wider effects of decisions before implementing them .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Secondary stakeholders :</a:t>
            </a:r>
            <a:endParaRPr lang="en-US" sz="1600" dirty="0">
              <a:ea typeface="+mn-lt"/>
              <a:cs typeface="+mn-lt"/>
            </a:endParaRPr>
          </a:p>
          <a:p>
            <a:endParaRPr lang="en-US" sz="1600" b="1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Academic departments , hostel administrators , transport and parking teams , maintenance teams , food-service providers and university leadership .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Who benefits if the problem is solved ?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Students , faculty and staff benefit from smoother services , reduced crowding and fewer disruptions . Universities benefit from better-informed decisions , efficient resource allocation , lower operating costs and reduced wastage .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 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1101852" y="2037080"/>
            <a:ext cx="101571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1500" b="1" dirty="0">
                <a:ea typeface="+mn-lt"/>
                <a:cs typeface="+mn-lt"/>
              </a:rPr>
              <a:t> </a:t>
            </a:r>
            <a:r>
              <a:rPr lang="en-US" sz="1550" b="1" dirty="0">
                <a:ea typeface="+mn-lt"/>
                <a:cs typeface="+mn-lt"/>
              </a:rPr>
              <a:t>Existing scenario and background :</a:t>
            </a:r>
            <a:r>
              <a:rPr lang="en-US" sz="1550" dirty="0">
                <a:ea typeface="+mn-lt"/>
                <a:cs typeface="+mn-lt"/>
              </a:rPr>
              <a:t> </a:t>
            </a:r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</a:pPr>
            <a:endParaRPr lang="en-US" sz="1550" dirty="0">
              <a:ea typeface="+mn-lt"/>
              <a:cs typeface="+mn-lt"/>
            </a:endParaRPr>
          </a:p>
          <a:p>
            <a:pPr>
              <a:buClr>
                <a:schemeClr val="accent1"/>
              </a:buClr>
              <a:buSzPct val="100000"/>
            </a:pPr>
            <a:r>
              <a:rPr lang="en-US" sz="1550" dirty="0">
                <a:ea typeface="+mn-lt"/>
                <a:cs typeface="+mn-lt"/>
              </a:rPr>
              <a:t>A campus runs through many connected systems – classrooms , hostels , student movement , transport , parking , electricity , water and food services . These are often managed separately , even though they depend on the same people , spaces and resources . This makes it difficult to understand the combined effects of campus decisions and prepare for problems in advance .</a:t>
            </a:r>
            <a:endParaRPr lang="en-US" sz="1550" dirty="0">
              <a:ea typeface="Calibri"/>
              <a:cs typeface="Calibri"/>
            </a:endParaRPr>
          </a:p>
          <a:p>
            <a:pPr>
              <a:buClr>
                <a:srgbClr val="026855"/>
              </a:buClr>
              <a:buSzPct val="100000"/>
              <a:buFont typeface="Arial"/>
              <a:buChar char="•"/>
            </a:pPr>
            <a:endParaRPr lang="en-US" sz="155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550" b="1" dirty="0">
                <a:ea typeface="+mn-lt"/>
                <a:cs typeface="+mn-lt"/>
              </a:rPr>
              <a:t> Relevant data or facts :</a:t>
            </a:r>
            <a:r>
              <a:rPr lang="en-US" sz="1550" dirty="0">
                <a:ea typeface="+mn-lt"/>
                <a:cs typeface="+mn-lt"/>
              </a:rPr>
              <a:t> </a:t>
            </a:r>
          </a:p>
          <a:p>
            <a:pPr>
              <a:buFont typeface="Arial"/>
              <a:buChar char="•"/>
            </a:pPr>
            <a:endParaRPr lang="en-US" sz="1550" dirty="0">
              <a:ea typeface="+mn-lt"/>
              <a:cs typeface="+mn-lt"/>
            </a:endParaRPr>
          </a:p>
          <a:p>
            <a:r>
              <a:rPr lang="en-US" sz="1550" dirty="0">
                <a:ea typeface="+mn-lt"/>
                <a:cs typeface="+mn-lt"/>
              </a:rPr>
              <a:t>The model needs campus layouts , room and hostel capacities , timetables , student and staff numbers , movement patterns , transport schedules , parking use , meal demand , and electricity and water readings . Connecting these records would help compare expected needs with actual use and test possible decisions . Campus-specific figures still need verification .</a:t>
            </a:r>
            <a:endParaRPr lang="en-US" sz="1550" dirty="0">
              <a:ea typeface="Calibri"/>
              <a:cs typeface="Calibri"/>
            </a:endParaRPr>
          </a:p>
          <a:p>
            <a:endParaRPr lang="en-US" sz="155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550" b="1" dirty="0">
                <a:ea typeface="+mn-lt"/>
                <a:cs typeface="+mn-lt"/>
              </a:rPr>
              <a:t> Current workflow, step by step :</a:t>
            </a:r>
            <a:endParaRPr lang="en-US" sz="1550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550" b="1" dirty="0">
              <a:ea typeface="+mn-lt"/>
              <a:cs typeface="+mn-lt"/>
            </a:endParaRPr>
          </a:p>
          <a:p>
            <a:r>
              <a:rPr lang="en-US" sz="1550" dirty="0">
                <a:ea typeface="+mn-lt"/>
                <a:cs typeface="+mn-lt"/>
              </a:rPr>
              <a:t>Departments collect their own information → prepare schedules and resource plans separately → coordinate changes through meetings or messages → carry out campus activities → monitor their own services → respond to reported problems. The wider effects across departments may only become clear after the decision is put into action .</a:t>
            </a:r>
            <a:endParaRPr lang="en-US" sz="1550" dirty="0">
              <a:ea typeface="Calibri"/>
              <a:cs typeface="Calibri"/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550" dirty="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 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34847" y="20574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 </a:t>
            </a:r>
            <a:r>
              <a:rPr lang="en-US" sz="1550" b="1" dirty="0">
                <a:ea typeface="+mn-lt"/>
                <a:cs typeface="+mn-lt"/>
              </a:rPr>
              <a:t> Main difficulties and bottlenecks :</a:t>
            </a:r>
            <a:r>
              <a:rPr lang="en-US" sz="1550" dirty="0">
                <a:ea typeface="+mn-lt"/>
                <a:cs typeface="+mn-lt"/>
              </a:rPr>
              <a:t> </a:t>
            </a:r>
          </a:p>
          <a:p>
            <a:pPr>
              <a:buClr>
                <a:schemeClr val="accent1"/>
              </a:buClr>
              <a:buSzPct val="100000"/>
            </a:pPr>
            <a:endParaRPr lang="en-US" sz="1550" dirty="0">
              <a:ea typeface="+mn-lt"/>
              <a:cs typeface="+mn-lt"/>
            </a:endParaRPr>
          </a:p>
          <a:p>
            <a:r>
              <a:rPr lang="en-US" sz="1550" dirty="0">
                <a:ea typeface="+mn-lt"/>
                <a:cs typeface="+mn-lt"/>
              </a:rPr>
              <a:t>Managing classrooms , hostels , transport , parking , electricity , water and food services together is difficult . Administrators need to understand how students move around campus and how a change in one area affects others . For example , shifting classes can increase crowding , bus demand , parking needs , electricity use and canteen queues near another building .</a:t>
            </a:r>
            <a:endParaRPr lang="en-US" sz="1550" dirty="0">
              <a:ea typeface="Calibri"/>
              <a:cs typeface="Calibri"/>
            </a:endParaRPr>
          </a:p>
          <a:p>
            <a:endParaRPr lang="en-US" sz="155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550" b="1" dirty="0">
                <a:ea typeface="+mn-lt"/>
                <a:cs typeface="+mn-lt"/>
              </a:rPr>
              <a:t> Root causes behind them :</a:t>
            </a:r>
            <a:r>
              <a:rPr lang="en-US" sz="1550" dirty="0">
                <a:ea typeface="+mn-lt"/>
                <a:cs typeface="+mn-lt"/>
              </a:rPr>
              <a:t> </a:t>
            </a:r>
          </a:p>
          <a:p>
            <a:endParaRPr lang="en-US" sz="1550" dirty="0">
              <a:ea typeface="+mn-lt"/>
              <a:cs typeface="+mn-lt"/>
            </a:endParaRPr>
          </a:p>
          <a:p>
            <a:r>
              <a:rPr lang="en-US" sz="1550" dirty="0">
                <a:ea typeface="+mn-lt"/>
                <a:cs typeface="+mn-lt"/>
              </a:rPr>
              <a:t>Each department usually works with its own records and plans . Class timetables , hostel details , bus schedules , parking availability , electricity readings , water usage and meal plans are often kept separately . Without a shared view , teams find it hard to coordinate and predict what a change might cause .</a:t>
            </a:r>
            <a:endParaRPr lang="en-US" sz="155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55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550" b="1" dirty="0">
                <a:ea typeface="+mn-lt"/>
                <a:cs typeface="+mn-lt"/>
              </a:rPr>
              <a:t> Consequences of leaving them unsolved :</a:t>
            </a:r>
            <a:r>
              <a:rPr lang="en-US" sz="1550" dirty="0">
                <a:ea typeface="+mn-lt"/>
                <a:cs typeface="+mn-lt"/>
              </a:rPr>
              <a:t> </a:t>
            </a:r>
          </a:p>
          <a:p>
            <a:endParaRPr lang="en-US" sz="1550" dirty="0">
              <a:ea typeface="+mn-lt"/>
              <a:cs typeface="+mn-lt"/>
            </a:endParaRPr>
          </a:p>
          <a:p>
            <a:r>
              <a:rPr lang="en-US" sz="1550" dirty="0">
                <a:ea typeface="+mn-lt"/>
                <a:cs typeface="+mn-lt"/>
              </a:rPr>
              <a:t>Students may face crowded classrooms and corridors , delayed buses , parking problems , pressure on hostel facilities and long food queues . Some areas may face water or food shortages , while others waste resources . Unnecessary electricity use and poor planning can increase costs and create more work for campus staff .</a:t>
            </a:r>
            <a:endParaRPr lang="en-US" sz="1550" dirty="0">
              <a:ea typeface="Calibri"/>
              <a:cs typeface="Calibri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550" dirty="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 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EA4C074-ED81-6996-6ED6-1E80695C3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73641"/>
              </p:ext>
            </p:extLst>
          </p:nvPr>
        </p:nvGraphicFramePr>
        <p:xfrm>
          <a:off x="239321" y="2021415"/>
          <a:ext cx="11674456" cy="2407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55073">
                  <a:extLst>
                    <a:ext uri="{9D8B030D-6E8A-4147-A177-3AD203B41FA5}">
                      <a16:colId xmlns:a16="http://schemas.microsoft.com/office/drawing/2014/main" val="1865483898"/>
                    </a:ext>
                  </a:extLst>
                </a:gridCol>
                <a:gridCol w="5819383">
                  <a:extLst>
                    <a:ext uri="{9D8B030D-6E8A-4147-A177-3AD203B41FA5}">
                      <a16:colId xmlns:a16="http://schemas.microsoft.com/office/drawing/2014/main" val="44275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b="1" dirty="0"/>
                        <a:t>Existing methods / systems :</a:t>
                      </a:r>
                    </a:p>
                    <a:p>
                      <a:pPr lvl="0">
                        <a:buNone/>
                      </a:pPr>
                      <a:endParaRPr lang="en-US" sz="1600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b="1"/>
                        <a:t>Main limitations :</a:t>
                      </a: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69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Courier New"/>
                        <a:buChar char="o"/>
                      </a:pPr>
                      <a:r>
                        <a:rPr lang="en-US" sz="1600" b="0" dirty="0"/>
                        <a:t>Spreadsheets , registers and meetings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/>
                        <a:buChar char="o"/>
                      </a:pPr>
                      <a:r>
                        <a:rPr lang="en-US" sz="1600"/>
                        <a:t>Manual updates and slow coordination between departments .</a:t>
                      </a: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637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Courier New"/>
                        <a:buChar char="o"/>
                      </a:pPr>
                      <a:r>
                        <a:rPr lang="en-US" sz="1600" b="0" dirty="0"/>
                        <a:t>College management and scheduling software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/>
                        <a:buChar char="o"/>
                      </a:pPr>
                      <a:r>
                        <a:rPr lang="en-US" sz="1600"/>
                        <a:t>Wider effects on campus services need extra data and calculations .</a:t>
                      </a: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582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Courier New"/>
                        <a:buChar char="o"/>
                      </a:pPr>
                      <a:r>
                        <a:rPr lang="en-US" sz="1600" b="0" dirty="0"/>
                        <a:t>Separate utility , transport and food systems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/>
                        <a:buChar char="o"/>
                      </a:pPr>
                      <a:r>
                        <a:rPr lang="en-US" sz="1600"/>
                        <a:t>Limited shared view of how one service affects another .</a:t>
                      </a: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93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Courier New"/>
                        <a:buChar char="o"/>
                      </a:pPr>
                      <a:r>
                        <a:rPr lang="en-US" sz="1600" b="0" dirty="0"/>
                        <a:t>Smart-building platforms and digital twins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Courier New"/>
                        <a:buChar char="o"/>
                      </a:pPr>
                      <a:r>
                        <a:rPr lang="en-US" sz="1600" dirty="0"/>
                        <a:t>Require campus-specific setup, reliable data and ongoing maintenance .</a:t>
                      </a: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84388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335D21E-9ED5-6FF9-B5E6-C5FEFB426966}"/>
              </a:ext>
            </a:extLst>
          </p:cNvPr>
          <p:cNvSpPr txBox="1"/>
          <p:nvPr/>
        </p:nvSpPr>
        <p:spPr>
          <a:xfrm>
            <a:off x="239321" y="4591776"/>
            <a:ext cx="1115568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The gap they leave open and Key Challenges :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An affordable , easy-to-use system that connects campus activities and resources , lets staff test decisions , explains their possible effects and helps teams carry out the chosen plan . Connecting different records and devices , handling missing data , checking prediction accuracy , keeping costs low and making the system useful for campus staff .</a:t>
            </a:r>
            <a:endParaRPr lang="en-US" sz="1600">
              <a:ea typeface="Calibri"/>
              <a:cs typeface="Calibri"/>
            </a:endParaRPr>
          </a:p>
          <a:p>
            <a:pPr algn="l"/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 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83920" y="2179015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 Hardware Requirements :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pPr>
              <a:buClr>
                <a:schemeClr val="accent1"/>
              </a:buClr>
              <a:buSzPct val="100000"/>
            </a:pP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Current sensors to measure each classroom’s current draw , smart electricity meters , water-flow meters , tank-level sensors , selected occupancy sensors , available GPS and parking devices , gateways , computers and network access  .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 Software Requirements :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HTML , CSS , JavaScript and </a:t>
            </a:r>
            <a:r>
              <a:rPr lang="en-US" sz="1600" dirty="0" err="1">
                <a:ea typeface="+mn-lt"/>
                <a:cs typeface="+mn-lt"/>
              </a:rPr>
              <a:t>Three.js</a:t>
            </a:r>
            <a:r>
              <a:rPr lang="en-US" sz="1600" dirty="0">
                <a:ea typeface="+mn-lt"/>
                <a:cs typeface="+mn-lt"/>
              </a:rPr>
              <a:t> for the website and 3D model ; Python/</a:t>
            </a:r>
            <a:r>
              <a:rPr lang="en-US" sz="1600" dirty="0" err="1">
                <a:ea typeface="+mn-lt"/>
                <a:cs typeface="+mn-lt"/>
              </a:rPr>
              <a:t>FastAPI</a:t>
            </a:r>
            <a:r>
              <a:rPr lang="en-US" sz="1600" dirty="0">
                <a:ea typeface="+mn-lt"/>
                <a:cs typeface="+mn-lt"/>
              </a:rPr>
              <a:t> and PostgreSQL for processing and storing data ; simulation , alerts and reporting tools ; GitHub for code management .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 Other Resources, Including Human Resources :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A student development team , faculty guidance , campus IT and maintenance support , campus maps , timetables , hostel and canteen records , installation permission , testing time and a small pilot budget . For cost-saving approach - reuse existing campus equipment, networks and records wherever possible .</a:t>
            </a:r>
          </a:p>
          <a:p>
            <a:endParaRPr lang="en-US" sz="1600" dirty="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83920" y="2179015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 </a:t>
            </a:r>
            <a:r>
              <a:rPr lang="en-US" sz="1600" b="1" dirty="0">
                <a:ea typeface="+mn-lt"/>
                <a:cs typeface="+mn-lt"/>
              </a:rPr>
              <a:t>What our team intends to do :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>
              <a:buClr>
                <a:schemeClr val="accent1"/>
              </a:buClr>
              <a:buSzPct val="100000"/>
            </a:pPr>
            <a:r>
              <a:rPr lang="en-US" sz="1600" dirty="0">
                <a:ea typeface="+mn-lt"/>
                <a:cs typeface="+mn-lt"/>
              </a:rPr>
              <a:t>Build a connected 3D campus system that brings together information about classrooms , hostels, transport , parking , electricity , water and food services . Administrators can test a planned change , see its possible effects and compare options before making a decision .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 What we want to improve :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pPr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Coordination between departments , use of campus facilities and planning of daily services . We want to help staff spot problems early , reduce crowding and delays , and avoid unnecessary resource use .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 What successful improvement should achieve :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endParaRPr lang="en-US" sz="1600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1600" dirty="0">
                <a:ea typeface="+mn-lt"/>
                <a:cs typeface="+mn-lt"/>
              </a:rPr>
              <a:t>A practical , affordable system whose predictions are checked against real campus results . </a:t>
            </a:r>
            <a:r>
              <a:rPr lang="en-US" sz="1600">
                <a:ea typeface="+mn-lt"/>
                <a:cs typeface="+mn-lt"/>
              </a:rPr>
              <a:t>Success would mean better decisions , fewer service disruptions and measurable reductions in waiting time , resource wastage and operating costs .</a:t>
            </a:r>
            <a:endParaRPr lang="en-US" sz="1600">
              <a:ea typeface="Calibri"/>
              <a:cs typeface="Calibri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60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Alchemists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685382"/>
              </p:ext>
            </p:extLst>
          </p:nvPr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Prajit Anand 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accent5"/>
                          </a:solidFill>
                        </a:rPr>
                        <a:t>Team coordination and presentation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accent5"/>
                          </a:solidFill>
                        </a:rPr>
                        <a:t>Coordinate the team , combine everyone’s ideas , explain CampusWatch x360° and answer the judges’ questions .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Mohit Vaswani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/>
                          <a:ea typeface="Calibri"/>
                          <a:cs typeface="Calibri"/>
                        </a:rPr>
                        <a:t>Visual design and documentation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accent5"/>
                          </a:solidFill>
                        </a:rPr>
                        <a:t>Prepare the chart paper with clear workflows , diagrams with examples and organize the team’s ideas into a simple explanation .</a:t>
                      </a:r>
                      <a:endParaRPr lang="en-US"/>
                    </a:p>
                    <a:p>
                      <a:pPr marL="0" lvl="0" indent="0">
                        <a:buNone/>
                      </a:pPr>
                      <a:endParaRPr lang="en-US" sz="1400" b="0" i="0" u="none" strike="noStrike" noProof="0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Tanishq Borah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accent5"/>
                          </a:solidFill>
                        </a:rPr>
                        <a:t>Solution planning and feasibility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accent5"/>
                          </a:solidFill>
                        </a:rPr>
                        <a:t>Plan how campus services connect , explain the system’s working and identify resources , estimated costs and expected benefits .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Sriram S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accent5"/>
                          </a:solidFill>
                        </a:rPr>
                        <a:t>Research and problem analysis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0" i="0" u="none" strike="noStrike" baseline="0" noProof="0">
                          <a:solidFill>
                            <a:srgbClr val="5B6F6B"/>
                          </a:solidFill>
                          <a:latin typeface="Calibri"/>
                          <a:ea typeface="Calibri"/>
                          <a:cs typeface="Calibri"/>
                        </a:rPr>
                        <a:t>Study campus problems , understand users’ needs and compare existing solutions . Prepare supporting points for the presentation .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642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Prajit Anand</cp:lastModifiedBy>
  <cp:revision>6</cp:revision>
  <dcterms:created xsi:type="dcterms:W3CDTF">2026-10-07T15:27:40Z</dcterms:created>
  <dcterms:modified xsi:type="dcterms:W3CDTF">2026-10-09T17:57:40Z</dcterms:modified>
</cp:coreProperties>
</file>